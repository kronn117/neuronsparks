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D4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NEURON SPARKS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7B61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From Zero to Production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2B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 notes application built with React Native &amp; Expo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8892B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Version 1.0.</a:t>
            </a:r>
            <a:r>
              <a:rPr lang="en-GB" altLang="en-US" sz="1400" dirty="0">
                <a:solidFill>
                  <a:srgbClr val="8892B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2</a:t>
            </a:r>
            <a:endParaRPr lang="en-GB" altLang="en-US" sz="1400" dirty="0">
              <a:solidFill>
                <a:srgbClr val="8892B0"/>
              </a:solidFill>
              <a:latin typeface="Segoe UI" panose="020B0502040204020203" pitchFamily="34" charset="0"/>
              <a:ea typeface="Segoe UI" panose="020B0502040204020203" pitchFamily="34" charset="-122"/>
              <a:cs typeface="Segoe UI" panose="020B0502040204020203" pitchFamily="34" charset="-120"/>
            </a:endParaRPr>
          </a:p>
          <a:p>
            <a:pPr marL="0" indent="0" algn="ctr">
              <a:buNone/>
            </a:pPr>
            <a:r>
              <a:rPr lang="en-GB" altLang="en-US" sz="1400" dirty="0">
                <a:solidFill>
                  <a:srgbClr val="8892B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By: Ronn J B Kaheka</a:t>
            </a:r>
            <a:endParaRPr lang="en-GB" altLang="en-US" sz="1400" dirty="0">
              <a:solidFill>
                <a:srgbClr val="8892B0"/>
              </a:solidFill>
              <a:latin typeface="Segoe UI" panose="020B0502040204020203" pitchFamily="34" charset="0"/>
              <a:ea typeface="Segoe UI" panose="020B0502040204020203" pitchFamily="34" charset="-122"/>
              <a:cs typeface="Segoe UI" panose="020B0502040204020203" pitchFamily="34" charset="-120"/>
            </a:endParaRPr>
          </a:p>
          <a:p>
            <a:pPr marL="0" indent="0" algn="ctr">
              <a:buNone/>
            </a:pPr>
            <a:r>
              <a:rPr lang="en-GB" altLang="en-US" sz="1400" dirty="0">
                <a:solidFill>
                  <a:srgbClr val="8892B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GSEI 250 1150</a:t>
            </a:r>
            <a:endParaRPr lang="en-GB" altLang="en-US" sz="1400" dirty="0">
              <a:solidFill>
                <a:srgbClr val="8892B0"/>
              </a:solidFill>
              <a:latin typeface="Segoe UI" panose="020B0502040204020203" pitchFamily="34" charset="0"/>
              <a:ea typeface="Segoe UI" panose="020B0502040204020203" pitchFamily="34" charset="-122"/>
              <a:cs typeface="Segoe UI" panose="020B0502040204020203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D4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App Features &amp;</a:t>
            </a:r>
            <a:r>
              <a:rPr lang="en-GB" altLang="en-US" sz="2800" b="1" dirty="0">
                <a:solidFill>
                  <a:srgbClr val="00D4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 </a:t>
            </a:r>
            <a:r>
              <a:rPr lang="en-US" sz="2800" b="1" dirty="0">
                <a:solidFill>
                  <a:srgbClr val="00D4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298577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Neon-glowing note cards with time-ago counters, tag pills, and dynamic shadows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Interactive tag engine: create, filter, and organise notes by custom tags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Full-text search across titles, content, and tags with relevance scoring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Ironclad AsyncStorage persistence — data survives app restarts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Export to JSON, CSV, and Markdown via the system share sheet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Responsive design: 1-column phones, 2-column tablets (dynamic key trick)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React Native Reanimated: 60 fps spring animations on the UI thread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D4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Architecture Overview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4114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Provider tree: ErrorBoundary → SafeAreaProvider → ThemeContext → SettingsContext → NoteContext → SearchContext → RootNavigator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State management: useReducer pattern inside each Context for immutable updates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Persistence: StorageService abstraction over AsyncStorage (never direct calls)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Validation: ValidationService with sanitise → normalise → validate pipeline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Search: pure-function SearchService with relevance scoring and tag filtering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Animations: useAnimations.js hook library (press, fade, pulse, slide, shimmer, float, rotate)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Path aliases via babel-plugin-module-resolver (@screens, @components, @hooks, etc.)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EAS Build configured for APK and production builds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D4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Code: Theme System (DARK_COLORS)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B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src/utils/theme.js — </a:t>
            </a:r>
            <a:r>
              <a:rPr lang="en-GB" altLang="en-US" sz="1200" dirty="0">
                <a:solidFill>
                  <a:srgbClr val="8892B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</a:t>
            </a:r>
            <a:r>
              <a:rPr lang="en-US" sz="1200" dirty="0">
                <a:solidFill>
                  <a:srgbClr val="8892B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yberpunk colour </a:t>
            </a:r>
            <a:r>
              <a:rPr lang="en-GB" altLang="en-US" sz="1200" dirty="0">
                <a:solidFill>
                  <a:srgbClr val="8892B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style</a:t>
            </a:r>
            <a:endParaRPr lang="en-GB" altLang="en-US" sz="1200" dirty="0">
              <a:solidFill>
                <a:srgbClr val="8892B0"/>
              </a:solidFill>
              <a:latin typeface="Segoe UI" panose="020B0502040204020203" pitchFamily="34" charset="0"/>
              <a:ea typeface="Segoe UI" panose="020B0502040204020203" pitchFamily="34" charset="-122"/>
              <a:cs typeface="Segoe UI" panose="020B0502040204020203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5115560" cy="5194300"/>
          </a:xfrm>
          <a:prstGeom prst="rect">
            <a:avLst/>
          </a:prstGeom>
          <a:solidFill>
            <a:srgbClr val="1A1F3D"/>
          </a:solidFill>
        </p:spPr>
        <p:txBody>
          <a:bodyPr wrap="square" lIns="76200" tIns="127000" rIns="127000" bIns="762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   - DARK_COLORS / LIGHT_COLORS — full colour palettes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   - SPACING, FONT_SIZES, FONT_WEIGHTS, BORDER_RADIUS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   - THEME — merged object with `colors`, `spacing`, etc.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   - getThemeColors(isDark), getThemeShadows(isDark)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 RULE: THEME is IMMUTABLE — never modify it directly.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 @see ThemeContext.js - Consumes these tokens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Dark Mode Color Palette - Enhanced Tony Stark Theme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const DARK_COLORS = {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// Primary Colors - Arc Reactor Blue (Enhanced)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primary: '#00D4FF', // Brighter, more vibrant arc reactor blue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primaryDark: '#0099CC',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primaryLight: '#66E5FF',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// Gold Accents - Premium Iron Gold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gold: '#FFC800', // Warmer, more premium gold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goldDark: '#D4A500',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goldLight: '#FFE066',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// Background Colors - Deep Space Dark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bg_dark: '#0D1117', // GitHub dark-inspired, easier on eyes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bg_darker: '#090C10', // Nearly black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bg_secondary: '#161B22', // Dark gray with blue tint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bg_tertiary: '#21262D', // Medium gray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bg_card: '#1C2128', // Card background
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D4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Code: NoteContext Reducer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B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src/context/NoteContext.js — useReducer for immutable note state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5393055" cy="1528445"/>
          </a:xfrm>
          <a:prstGeom prst="rect">
            <a:avLst/>
          </a:prstGeom>
          <a:solidFill>
            <a:srgbClr val="1A1F3D"/>
          </a:solidFill>
        </p:spPr>
        <p:txBody>
          <a:bodyPr wrap="square" lIns="76200" tIns="127000" rIns="127000" bIns="762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const noteReducer = (state, action) =&gt; {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switch (action.type) {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case ACTIONS.SET_LOADING: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return {...state, loading: action.payload, error: null };
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D4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Code: HomeScreen FlatList (Dynamic Key Pattern)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B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src/screens/HomeScreen.js — forces remount when numColumns changes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8412480" cy="3931920"/>
          </a:xfrm>
          <a:prstGeom prst="rect">
            <a:avLst/>
          </a:prstGeom>
          <a:solidFill>
            <a:srgbClr val="1A1F3D"/>
          </a:solidFill>
        </p:spPr>
        <p:txBody>
          <a:bodyPr wrap="square" lIns="76200" tIns="127000" rIns="127000" bIns="762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&lt;FlatList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data={noteListData}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keyExtractor={(item, index) =&gt; `${item.type}-${index}`}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renderItem={({ item, index }) =&gt; {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if (item.type === 'header') {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    return (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        &lt;Animated.View entering={FadeInDown.delay(100).springify()}&gt;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            &lt;View style={[styles.sectionHeader, { backgroundColor: colors.bg_dark }]}&gt;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                &lt;Text style={[styles.sectionTitle, { color: colors.text_secondary }]}&gt;{item.title}&lt;/Text&gt;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            &lt;/View&gt;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        &lt;/Animated.View&gt;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    );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}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return (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    &lt;Animated.View entering={FadeInDown.delay(index * 50).springify()}&gt;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        &lt;NoteCard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            note={item.data}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            onPress={() =&gt; handleNotePress(item.data)}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            onDelete={deleteNote}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                        onTogglePin={togglePin}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D4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Code: StorageService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B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src/services/StorageService.js — AsyncStorage abstraction layer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6831330" cy="2401570"/>
          </a:xfrm>
          <a:prstGeom prst="rect">
            <a:avLst/>
          </a:prstGeom>
          <a:solidFill>
            <a:srgbClr val="1A1F3D"/>
          </a:solidFill>
        </p:spPr>
        <p:txBody>
          <a:bodyPr wrap="square" lIns="76200" tIns="127000" rIns="127000" bIns="762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getAllNotes: async() =&gt; {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try {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logger.log('📖 Fetching all notes from storage');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const notes = await safeGetItem(STORAGE_KEYS.APP_NOTES);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return Array.isArray(notes) ? notes : [];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} catch (error) {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logger.error('❌ Failed to get notes:', error);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   throw new StorageError('Failed to retrieve notes', { originalError: error });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}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},
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D4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Code: Animation Hooks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B0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src/hooks/useAnimations.js — Reanimated spring press effect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6214110" cy="4260850"/>
          </a:xfrm>
          <a:prstGeom prst="rect">
            <a:avLst/>
          </a:prstGeom>
          <a:solidFill>
            <a:srgbClr val="1A1F3D"/>
          </a:solidFill>
        </p:spPr>
        <p:txBody>
          <a:bodyPr wrap="square" lIns="76200" tIns="127000" rIns="127000" bIns="7620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   - usePressAnimation   — scale-down press feedback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   - useFadeIn           — opacity + slide-up entrance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   - usePulseGlow        — infinite pulsing glow (arc-reactor style)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   - useSlideIn          — directional slide entrance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   - useHolographicShimmer — repeating horizontal shimmer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   - useFloating         — gentle infinite float (up/down)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   - useRotation         — infinite 360° spin (loading indicators)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 @see src/utils/theme.js - THEME.animationSpring, THEME.animationDuration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*/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{ useCallback } from 'react';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import {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useSharedValue,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useAnimatedStyle,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withSpring,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withSequence,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withTiming,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withRepeat,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withDelay,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Easing,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4FFD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 from 'react-native-reanimated';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D4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Build &amp; Deployment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4114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Expo SDK 52 with React Native 0.76.9 and Hermes engine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EAS Build for managed APK/AAB builds (no local Android Studio needed)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Web deployment via `npx expo start --web` (React Native Web)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Metro bundler with babel-plugin-module-resolver for clean imports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Hermes bytecode compilation for near-instant cold starts on Android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ESLint + Prettier for code quality enforcement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D4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Lessons Learned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4114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Mobile ≠ Web: text strings must be inside &lt;Text&gt;, layouts need SafeArea insets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JSX is strict: whitespace between tags becomes a text node and crashes RN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FlatList numColumns cannot change on a mounted list — use the dynamic key trick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Stick to LTS toolchain versions (JDK 17, not the newest JDK 25)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Clear Metro cache when asset paths change: `npx expo start --clear`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Context + useReducer beats useState for complex shared state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Pure-function services (SearchService, ValidationService) are easy to test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0E6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Reanimated worklets run on the UI thread — 60 fps animations for free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6180</Words>
  <Application>WPS Presentation</Application>
  <PresentationFormat>On-screen Show (16:9)</PresentationFormat>
  <Paragraphs>159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3" baseType="lpstr">
      <vt:lpstr>Arial</vt:lpstr>
      <vt:lpstr>SimSun</vt:lpstr>
      <vt:lpstr>Wingdings</vt:lpstr>
      <vt:lpstr>Segoe UI</vt:lpstr>
      <vt:lpstr>Segoe UI</vt:lpstr>
      <vt:lpstr>Segoe UI</vt:lpstr>
      <vt:lpstr>Consolas</vt:lpstr>
      <vt:lpstr>Consolas</vt:lpstr>
      <vt:lpstr>Consolas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NeuronSparks Showcase Presentation</dc:title>
  <dc:creator>NeuronSparks</dc:creator>
  <dc:subject>Showcase</dc:subject>
  <cp:lastModifiedBy>wwwze</cp:lastModifiedBy>
  <cp:revision>6</cp:revision>
  <dcterms:created xsi:type="dcterms:W3CDTF">2026-06-03T21:29:00Z</dcterms:created>
  <dcterms:modified xsi:type="dcterms:W3CDTF">2026-06-03T21:36:01Z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2A25AF08EFDD4A64B68B6FEB72B83D81_12</vt:lpwstr>
  </property>
  <property fmtid="{D5CDD505-2E9C-101B-9397-08002B2CF9AE}" pid="3" name="KSOProductBuildVer">
    <vt:lpwstr>1033-12.1.0.26880</vt:lpwstr>
  </property>
</Properties>
</file>