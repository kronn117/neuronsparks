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3200" cy="20046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5600" b="1">
                <a:solidFill>
                  <a:srgbClr val="00FFCC"/>
                </a:solidFill>
                <a:latin typeface="Consolas" panose="020B0609020204030204"/>
              </a:defRPr>
            </a:pPr>
            <a:r>
              <a:t>🧠 NEURON SPARKS ⚡</a:t>
            </a:r>
          </a:p>
          <a:p>
            <a:pPr algn="ctr">
              <a:defRPr sz="2200" b="1">
                <a:solidFill>
                  <a:srgbClr val="00D4FF"/>
                </a:solidFill>
                <a:latin typeface="Calibri" panose="020F0502020204030204"/>
              </a:defRPr>
            </a:pPr>
            <a:r>
              <a:t>From Zero to APK: A First-Year Student's Guide to React Native Mobile Development</a:t>
            </a:r>
          </a:p>
          <a:p>
            <a:pPr algn="ctr">
              <a:defRPr sz="1600">
                <a:solidFill>
                  <a:srgbClr val="96A0B4"/>
                </a:solidFill>
                <a:latin typeface="Calibri" panose="020F0502020204030204"/>
              </a:defRPr>
            </a:pPr>
            <a:br/>
            <a:r>
              <a:rPr lang="en-GB"/>
              <a:t>By</a:t>
            </a:r>
            <a:r>
              <a:t>: </a:t>
            </a:r>
            <a:r>
              <a:rPr lang="en-GB"/>
              <a:t>Ronn J B Kaheka</a:t>
            </a:r>
            <a:endParaRPr lang="en-GB"/>
          </a:p>
          <a:p>
            <a:pPr algn="ctr">
              <a:defRPr sz="1600">
                <a:solidFill>
                  <a:srgbClr val="96A0B4"/>
                </a:solidFill>
                <a:latin typeface="Calibri" panose="020F0502020204030204"/>
              </a:defRPr>
            </a:pPr>
            <a:r>
              <a:rPr lang="en-GB"/>
              <a:t>GSEI 250 1150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⚡ THE HOLOGRAPHIC VISION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Building a Stark-Tech inspired mobile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Obsidian Sci-Fi UI: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Deep dark themes (#0A0E27) paired with floating neon blue elements.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Dynamic Adaptive Grid: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Seamless transition from 1-column list on phones to 2-column tiles on tablets.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Hashtag Engine: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Interactive hashtags (e.g. #propulsion) acting as fast filter tags.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Safe Storage persistence: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Encrypted-feel local Async DB preserving notes between launches.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JSON Database Export: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Generate clean JSON dumps and triggers native Share sheets directly from the app.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solidFill>
            <a:srgbClr val="1418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8745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CC"/>
                </a:solidFill>
                <a:latin typeface="Consolas" panose="020B0609020204030204"/>
              </a:defRPr>
            </a:pPr>
            <a:r>
              <a:t>&gt;_ MOCKUP_HUD_INTERFACE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148840"/>
            <a:ext cx="50292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urier New" panose="02070309020205020404"/>
              </a:defRPr>
            </a:pPr>
            <a:r>
              <a:t>+---------------------------------------------+</a:t>
            </a:r>
            <a:br/>
            <a:r>
              <a:t>|               NEURON SPARKS                 |</a:t>
            </a:r>
            <a:br/>
            <a:r>
              <a:t>|   ~ [====] Holographic Engine v1.0.2        |</a:t>
            </a:r>
            <a:br/>
            <a:r>
              <a:t>|                                             |</a:t>
            </a:r>
            <a:br/>
            <a:r>
              <a:t>|   [+] Create Core Memory      [*] Settings  |</a:t>
            </a:r>
            <a:br/>
            <a:r>
              <a:t>|   [o] Search Archives         [!] Sync      |</a:t>
            </a:r>
            <a:br/>
            <a:r>
              <a:t>|                                             |</a:t>
            </a:r>
            <a:br/>
            <a:r>
              <a:t>|   #propulsion  #ai-core  #holograms         |</a:t>
            </a:r>
            <a:br/>
            <a:r>
              <a:t>+---------------------------------------------+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🛠️ UNDER THE HOOD: ASYNC PERSISTENCE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How we synchronize state securely to the device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AsyncStorage Interface: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 learned that standard memory state resets to empty on application close.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JSON Mapping: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We serialize the JavaScript objects to flat strings before writing them to the disk.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Context Dispatching: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Any note creations, tag updates, or deletions are immediately captured by Context Hooks.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Bulk Deletion: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Added a smart array filter mapping (`deleteMultiple`) in Settings to purge all note arrays concurrently.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0" y="1645920"/>
            <a:ext cx="5852160" cy="4389120"/>
          </a:xfrm>
          <a:prstGeom prst="rect">
            <a:avLst/>
          </a:prstGeom>
          <a:solidFill>
            <a:srgbClr val="1418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0" y="169164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CC"/>
                </a:solidFill>
                <a:latin typeface="Consolas" panose="020B0609020204030204"/>
              </a:defRPr>
            </a:pPr>
            <a:r>
              <a:t>&gt;_ src/context/NoteContext.js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965960"/>
            <a:ext cx="55778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urier New" panose="02070309020205020404"/>
              </a:defRPr>
            </a:pPr>
            <a:r>
              <a:t>// file:///src/context/NoteContext.js</a:t>
            </a:r>
            <a:br/>
            <a:r>
              <a:t>export const NoteContextProvider = ({ children }) =&gt; {</a:t>
            </a:r>
            <a:br/>
            <a:r>
              <a:t>    const [notes, setNotes] = useState([]);</a:t>
            </a:r>
            <a:br/>
            <a:br/>
            <a:r>
              <a:t>    // 💾 Saving notes directly to the device storage</a:t>
            </a:r>
            <a:br/>
            <a:r>
              <a:t>    const saveNotesToStorage = async (updatedNotes) =&gt; {</a:t>
            </a:r>
            <a:br/>
            <a:r>
              <a:t>        try {</a:t>
            </a:r>
            <a:br/>
            <a:r>
              <a:t>            const jsonValue = JSON.stringify(updatedNotes);</a:t>
            </a:r>
            <a:br/>
            <a:r>
              <a:t>            await AsyncStorage.setItem('@neuron_notes', jsonValue);</a:t>
            </a:r>
            <a:br/>
            <a:r>
              <a:t>            logger.log('💾 Notes successfully written');</a:t>
            </a:r>
            <a:br/>
            <a:r>
              <a:t>        } catch (e) {</a:t>
            </a:r>
            <a:br/>
            <a:r>
              <a:t>            logger.error('❌ Save failed:', e);</a:t>
            </a:r>
            <a:br/>
            <a:r>
              <a:t>        }</a:t>
            </a:r>
            <a:br/>
            <a:r>
              <a:t>    };</a:t>
            </a:r>
            <a:br/>
            <a:br/>
            <a:r>
              <a:t>    // 🗑️ Bulk deletion helper (Used in Settings)</a:t>
            </a:r>
            <a:br/>
            <a:r>
              <a:t>    const deleteMultiple = useCallback(async (idsToDelete) =&gt; {</a:t>
            </a:r>
            <a:br/>
            <a:r>
              <a:t>        const remaining = notes.filter(n =&gt; !idsToDelete.includes(n.id));</a:t>
            </a:r>
            <a:br/>
            <a:r>
              <a:t>        setNotes(remaining);</a:t>
            </a:r>
            <a:br/>
            <a:r>
              <a:t>        await saveNotesToStorage(remaining);</a:t>
            </a:r>
            <a:br/>
            <a:r>
              <a:t>    }, [notes]);</a:t>
            </a:r>
            <a:br/>
            <a:r>
              <a:t>};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😵 ROOKIE MISTAKE #1: CHAINING &amp; SPACES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Falling into simple compiler traps going in completely blind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The Syntax Trap: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 copy-pasted JavaScript optional chaining from online code examples, but split it with spaces.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The Navigator Space Crash: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 thought leaving clean blank lines between screens helped slide layout readability.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The Metro Compiler Error: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Metro transpiled blank spacing into raw empty text nodes, causing major routing stack rejections.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6035040" cy="4389120"/>
          </a:xfrm>
          <a:prstGeom prst="rect">
            <a:avLst/>
          </a:prstGeom>
          <a:solidFill>
            <a:srgbClr val="1418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169164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CC"/>
                </a:solidFill>
                <a:latin typeface="Consolas" panose="020B0609020204030204"/>
              </a:defRPr>
            </a:pPr>
            <a:r>
              <a:t>&gt;_ src/navigation/RootNavigator.js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965960"/>
            <a:ext cx="5760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urier New" panose="02070309020205020404"/>
              </a:defRPr>
            </a:pPr>
            <a:r>
              <a:t>// ❌ THE MISTAKE (Broken optional chain + empty line space):</a:t>
            </a:r>
            <a:br/>
            <a:r>
              <a:t>onDelete ? .(note.id)</a:t>
            </a:r>
            <a:br/>
            <a:br/>
            <a:r>
              <a:t>&lt;Stack.Navigator&gt;</a:t>
            </a:r>
            <a:br/>
            <a:r>
              <a:t>     &lt;Stack.Screen name="Home" component={HomeScreen} /&gt;</a:t>
            </a:r>
            <a:br/>
            <a:r>
              <a:t>     </a:t>
            </a:r>
            <a:br/>
            <a:r>
              <a:t>     &lt;Stack.Screen name="Detail" component={DetailScreen} /&gt;</a:t>
            </a:r>
            <a:br/>
            <a:r>
              <a:t>&lt;/Stack.Navigator&gt;</a:t>
            </a:r>
            <a:br/>
            <a:br/>
            <a:r>
              <a:t>// 🔴 METRO ERROR LOG:</a:t>
            </a:r>
            <a:br/>
            <a:r>
              <a:t>A navigator can only contain 'Screen', 'Group' or </a:t>
            </a:r>
            <a:br/>
            <a:r>
              <a:t>'React.Fragment' as its direct children (found ' ')</a:t>
            </a:r>
            <a:br/>
            <a:br/>
            <a:r>
              <a:t>// ==============================================</a:t>
            </a:r>
            <a:br/>
            <a:br/>
            <a:r>
              <a:t>// ✅ THE CORRECTION (Tight spacing &amp; correct operators):</a:t>
            </a:r>
            <a:br/>
            <a:r>
              <a:t>onDelete?.(note.id)</a:t>
            </a:r>
            <a:br/>
            <a:br/>
            <a:r>
              <a:t>&lt;Stack.Navigator&gt;</a:t>
            </a:r>
            <a:br/>
            <a:r>
              <a:t>    &lt;Stack.Screen name="Home" component={HomeScreen} /&gt;</a:t>
            </a:r>
            <a:br/>
            <a:r>
              <a:t>    &lt;Stack.Screen name="Detail" component={DetailScreen} /&gt;</a:t>
            </a:r>
            <a:br/>
            <a:r>
              <a:t>&lt;/Stack.Navigator&gt;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🛑 ROOKIE MISTAKE #2: STRAY BRACKETS &amp; CLIFFS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The 'Text strings must be rendered within a Text component' crash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Bracket Placement: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In standard desktop languages, we place opening and closing brackets on newlines.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Implicit String Nodes: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React Native's compiler treats trailing carriage returns/spaces outside tags as literal string data.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Layout clipping: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Initially placed our elements raw on the screen, causing them to clip under notch cameras and home indicators.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The Screen Container: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We built a customized, perfectly formatted, notch-safe ScreenContainer to wrapper every view.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6035040" cy="4389120"/>
          </a:xfrm>
          <a:prstGeom prst="rect">
            <a:avLst/>
          </a:prstGeom>
          <a:solidFill>
            <a:srgbClr val="1418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169164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CC"/>
                </a:solidFill>
                <a:latin typeface="Consolas" panose="020B0609020204030204"/>
              </a:defRPr>
            </a:pPr>
            <a:r>
              <a:t>&gt;_ src/components/ScreenContainer.js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965960"/>
            <a:ext cx="5760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urier New" panose="02070309020205020404"/>
              </a:defRPr>
            </a:pPr>
            <a:r>
              <a:t>// ❌ THE MISTAKE (Stray whitespace nodes in returns):</a:t>
            </a:r>
            <a:br/>
            <a:r>
              <a:t>return (</a:t>
            </a:r>
            <a:br/>
            <a:r>
              <a:t>    &lt;SafeAreaView style={[styles.container]} &gt;</a:t>
            </a:r>
            <a:br/>
            <a:r>
              <a:t>    {</a:t>
            </a:r>
            <a:br/>
            <a:r>
              <a:t>        children</a:t>
            </a:r>
            <a:br/>
            <a:r>
              <a:t>    } &lt;</a:t>
            </a:r>
            <a:br/>
            <a:r>
              <a:t>    /SafeAreaView&gt;</a:t>
            </a:r>
            <a:br/>
            <a:r>
              <a:t>);</a:t>
            </a:r>
            <a:br/>
            <a:br/>
            <a:r>
              <a:t>// 🔴 COMPILER EXCEPTION:</a:t>
            </a:r>
            <a:br/>
            <a:r>
              <a:t>Warning: Text strings must be rendered within a &lt;Text&gt; component.</a:t>
            </a:r>
            <a:br/>
            <a:r>
              <a:t>    in RNCSafeAreaView</a:t>
            </a:r>
            <a:br/>
            <a:r>
              <a:t>    in ScreenContainer (created by HomeScreen)</a:t>
            </a:r>
            <a:br/>
            <a:br/>
            <a:r>
              <a:t>// ==============================================</a:t>
            </a:r>
            <a:br/>
            <a:br/>
            <a:r>
              <a:t>// ✅ THE CORRECTION (Closed spaces, clean safe margins):</a:t>
            </a:r>
            <a:br/>
            <a:r>
              <a:t>return (</a:t>
            </a:r>
            <a:br/>
            <a:r>
              <a:t>    &lt;SafeAreaView style={[styles.container, { backgroundColor: colors.bg_dark }]} edges={edges}&gt;</a:t>
            </a:r>
            <a:br/>
            <a:r>
              <a:t>        {children}</a:t>
            </a:r>
            <a:br/>
            <a:r>
              <a:t>    &lt;/SafeAreaView&gt;</a:t>
            </a:r>
            <a:br/>
            <a:r>
              <a:t>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📉 ROOKIE MISTAKE #3: DYNAMIC GRID LAYOUTS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Why numColumns crashed my layouts and how key hooks saved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Responsive Design: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 wanted double columns on iPad/Tablets and single list view on phones.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Dynamic Crash: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Changing the column counts dynamically on the fly is highly illegal in React Native's core.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The Dynamic Key Workaround: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By assigning a key string that triggers state switches on column shifts, we force the List to cleanly remount.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6035040" cy="4389120"/>
          </a:xfrm>
          <a:prstGeom prst="rect">
            <a:avLst/>
          </a:prstGeom>
          <a:solidFill>
            <a:srgbClr val="1418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169164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CC"/>
                </a:solidFill>
                <a:latin typeface="Consolas" panose="020B0609020204030204"/>
              </a:defRPr>
            </a:pPr>
            <a:r>
              <a:t>&gt;_ src/screens/HomeScreen.js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965960"/>
            <a:ext cx="5760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urier New" panose="02070309020205020404"/>
              </a:defRPr>
            </a:pPr>
            <a:r>
              <a:t>// ❌ THE MISTAKE (Dynamic column changes trigger crashes):</a:t>
            </a:r>
            <a:br/>
            <a:r>
              <a:t>&lt;FlatList</a:t>
            </a:r>
            <a:br/>
            <a:r>
              <a:t>    data={notes}</a:t>
            </a:r>
            <a:br/>
            <a:r>
              <a:t>    numColumns={isTablet ? 2 : 1}</a:t>
            </a:r>
            <a:br/>
            <a:r>
              <a:t>    columnWrapperStyle={isTablet ? styles.row : null}</a:t>
            </a:r>
            <a:br/>
            <a:r>
              <a:t>/&gt;</a:t>
            </a:r>
            <a:br/>
            <a:br/>
            <a:r>
              <a:t>// 🔴 EXCEPTION LOG:</a:t>
            </a:r>
            <a:br/>
            <a:r>
              <a:t>Changing numColumns on the fly is not supported. Change</a:t>
            </a:r>
            <a:br/>
            <a:r>
              <a:t>the key prop on FlatList when changing the columns.</a:t>
            </a:r>
            <a:br/>
            <a:br/>
            <a:r>
              <a:t>// ==============================================</a:t>
            </a:r>
            <a:br/>
            <a:br/>
            <a:r>
              <a:t>// ✅ THE CORRECTION (Added a dynamic key tracker):</a:t>
            </a:r>
            <a:br/>
            <a:r>
              <a:t>&lt;FlatList</a:t>
            </a:r>
            <a:br/>
            <a:r>
              <a:t>    data={notes}</a:t>
            </a:r>
            <a:br/>
            <a:r>
              <a:t>    key={isTablet ? 'grid' : 'list'} // &lt;--- Clean Rebuild Hook!</a:t>
            </a:r>
            <a:br/>
            <a:r>
              <a:t>    numColumns={isTablet ? 2 : 1}</a:t>
            </a:r>
            <a:br/>
            <a:r>
              <a:t>    columnWrapperStyle={isTablet ? styles.row : null}</a:t>
            </a:r>
            <a:br/>
            <a:r>
              <a:t>/&gt;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☕ ROOKIE MISTAKE #4: JAVA VERSION NIGHTMARES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Why JDK 25 collapsed my native release compilations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Modern Java: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 installed the newest compiler, JDK 25, thinking it would run faster.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Gradle Incompatibility: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React Native Gradle build plugins do not recognize or compile correctly under Java 25.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The Downgrade Fix: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Uninstalled modern SDKs and set up JDK 17 LTS to match native compatibility guidelines.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The Clean Pipeline: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Ran local gradle cleans before building. Build succeed in 17 minutes!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6035040" cy="4389120"/>
          </a:xfrm>
          <a:prstGeom prst="rect">
            <a:avLst/>
          </a:prstGeom>
          <a:solidFill>
            <a:srgbClr val="1418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169164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CC"/>
                </a:solidFill>
                <a:latin typeface="Consolas" panose="020B0609020204030204"/>
              </a:defRPr>
            </a:pPr>
            <a:r>
              <a:t>&gt;_ Gradle native compilation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965960"/>
            <a:ext cx="5760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urier New" panose="02070309020205020404"/>
              </a:defRPr>
            </a:pPr>
            <a:r>
              <a:t>// ❌ THE SYSTEM STATE:</a:t>
            </a:r>
            <a:br/>
            <a:r>
              <a:t>PS C:\&gt; java -version</a:t>
            </a:r>
            <a:br/>
            <a:r>
              <a:t>openjdk version "25" 2025-09-16</a:t>
            </a:r>
            <a:br/>
            <a:r>
              <a:t>PS C:\NeuronSparks\android&gt; .\gradlew assembleRelease</a:t>
            </a:r>
            <a:br/>
            <a:br/>
            <a:r>
              <a:t>// 🔴 BUILD FAILURE LOG:</a:t>
            </a:r>
            <a:br/>
            <a:r>
              <a:t>FAILURE: Build failed with an exception.</a:t>
            </a:r>
            <a:br/>
            <a:r>
              <a:t>* What went wrong:</a:t>
            </a:r>
            <a:br/>
            <a:r>
              <a:t>Could not determine Java version from '25.0.0'.</a:t>
            </a:r>
            <a:br/>
            <a:br/>
            <a:r>
              <a:t>// ==============================================</a:t>
            </a:r>
            <a:br/>
            <a:br/>
            <a:r>
              <a:t>// ✅ THE SOLUTION (JDK 17 Downgrade &amp; Build Clean):</a:t>
            </a:r>
            <a:br/>
            <a:r>
              <a:t>PS C:\&gt; java -version</a:t>
            </a:r>
            <a:br/>
            <a:r>
              <a:t>openjdk version "17.0.12" 2024-07-16 LTS</a:t>
            </a:r>
            <a:br/>
            <a:br/>
            <a:r>
              <a:t>PS C:\NeuronSparks\android&gt; .\gradlew clean</a:t>
            </a:r>
            <a:br/>
            <a:r>
              <a:t>PS C:\NeuronSparks\android&gt; .\gradlew assembleRelease</a:t>
            </a:r>
            <a:br/>
            <a:r>
              <a:t>BUILD SUCCESSFUL in 17m 29s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🌐 THE CACHE TRAP: DOUBLE SLASH PATH REFUSALS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How path aliases and Metro cache kept loading broken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Module Aliases: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 used '@assets' configurations, which Babel resolved to './assets'.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Path Collapses: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Double resolves resulted in a double slash './/assets/fonts/JetBrainsMono-Regular.ttf' path mapping.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Cache Locks: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Changing source files had no effect because Windows Temp had indexed the bad path mapping permanently.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The Reset Routine: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Cleaned out the cache directly via script and forced Metro server to restart from absolute zero.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6035040" cy="4389120"/>
          </a:xfrm>
          <a:prstGeom prst="rect">
            <a:avLst/>
          </a:prstGeom>
          <a:solidFill>
            <a:srgbClr val="1418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169164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CC"/>
                </a:solidFill>
                <a:latin typeface="Consolas" panose="020B0609020204030204"/>
              </a:defRPr>
            </a:pPr>
            <a:r>
              <a:t>&gt;_ Windows Temp clean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965960"/>
            <a:ext cx="5760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urier New" panose="02070309020205020404"/>
              </a:defRPr>
            </a:pPr>
            <a:r>
              <a:t>// 🔴 EXPO RUNTIME LOG:</a:t>
            </a:r>
            <a:br/>
            <a:r>
              <a:t>Unable to download asset from url: http://192.168.178.160:8081/assets/</a:t>
            </a:r>
            <a:br/>
            <a:r>
              <a:t>?unstable_path=.%2Fassets%2Ffonts%2FJetBrainsMono-Regular.ttf</a:t>
            </a:r>
            <a:br/>
            <a:br/>
            <a:r>
              <a:t>// ==============================================</a:t>
            </a:r>
            <a:br/>
            <a:br/>
            <a:r>
              <a:t>// ✅ STEP 1: FIX ASSET REQUIRE PATH IN App.js:</a:t>
            </a:r>
            <a:br/>
            <a:r>
              <a:t>// Changed alias require to clean relative path:</a:t>
            </a:r>
            <a:br/>
            <a:r>
              <a:t>require('./assets/fonts/JetBrainsMono-Regular.ttf')</a:t>
            </a:r>
            <a:br/>
            <a:br/>
            <a:r>
              <a:t>// ✅ STEP 2: CLEAR METRO FS MAP &amp; CACHES IN POWERSHELL:</a:t>
            </a:r>
            <a:br/>
            <a:r>
              <a:t>Remove-Item -Path $env:TEMP\metro-cache -Recurse -Force</a:t>
            </a:r>
            <a:br/>
            <a:r>
              <a:t>Remove-Item -Path $env:TEMP\metro-file-map-* -Force</a:t>
            </a:r>
            <a:br/>
            <a:br/>
            <a:r>
              <a:t>// ✅ STEP 3: REBOOT SERVER WITH CLEAR FLAGS:</a:t>
            </a:r>
            <a:br/>
            <a:r>
              <a:t>npx expo start --clear</a:t>
            </a:r>
            <a:br/>
            <a:r>
              <a:t>✅ Fonts loaded successfully!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🏆 SWEET SUCCESS: NeuronSparks_v1.0.2.apk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Releasing our fully optimized sci-fi mobile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572000" cy="401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100% Syntax Repaired: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All component pages formatted to standard robust JSX without spacing traps.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Hermes Engine Bytecode: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Compiled JavaScript into ultra-fast bytecode for instantaneous load speeds.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Double Architecture support: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Ships with full native libraries for both arm64-v8a and armeabi-v7a chipsets.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Production Sized: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Fully compiled release size is an incredibly slim ~69.75 MB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Ready to Sideload: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Saved as 'NeuronSparks_v1.0.2.apk' at the workspace root directory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6035040" cy="4389120"/>
          </a:xfrm>
          <a:prstGeom prst="rect">
            <a:avLst/>
          </a:prstGeom>
          <a:solidFill>
            <a:srgbClr val="1418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169164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CC"/>
                </a:solidFill>
                <a:latin typeface="Consolas" panose="020B0609020204030204"/>
              </a:defRPr>
            </a:pPr>
            <a:r>
              <a:t>&gt;_ Production Build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965960"/>
            <a:ext cx="5760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urier New" panose="02070309020205020404"/>
              </a:defRPr>
            </a:pPr>
            <a:r>
              <a:t>============================================</a:t>
            </a:r>
            <a:br/>
            <a:r>
              <a:t>          GRADLE BUILD SUCCESSFUL!</a:t>
            </a:r>
            <a:br/>
            <a:r>
              <a:t>============================================</a:t>
            </a:r>
            <a:br/>
            <a:br/>
            <a:r>
              <a:t>Release Output Location:</a:t>
            </a:r>
            <a:br/>
            <a:r>
              <a:t>  -&gt; NeuronSparks_v1.0.2.apk</a:t>
            </a:r>
            <a:br/>
            <a:br/>
            <a:r>
              <a:t>Package Statistics:</a:t>
            </a:r>
            <a:br/>
            <a:r>
              <a:t>  - Application Name:  Neuron Sparks</a:t>
            </a:r>
            <a:br/>
            <a:r>
              <a:t>  - Bundle ID:         com.neuronsparks.app</a:t>
            </a:r>
            <a:br/>
            <a:r>
              <a:t>  - Build Version:     1.0.2</a:t>
            </a:r>
            <a:br/>
            <a:r>
              <a:t>  - Build Code:        3</a:t>
            </a:r>
            <a:br/>
            <a:r>
              <a:t>  - Engine:            Hermes (Bytecode Enabled)</a:t>
            </a:r>
            <a:br/>
            <a:r>
              <a:t>  - Architecture List: arm64-v8a, armeabi-v7a, x86_64</a:t>
            </a:r>
            <a:br/>
            <a:r>
              <a:t>  - Signing Config:    Debug Signed (Ready for Sideloading)</a:t>
            </a:r>
            <a:br/>
            <a:br/>
            <a:r>
              <a:t>STATUS: STABLE PRODUCTION BUILD RELEASED FOR SIDELOADING!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840295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CC"/>
                </a:solidFill>
                <a:latin typeface="Consolas" panose="020B0609020204030204"/>
              </a:defRPr>
            </a:pPr>
            <a:r>
              <a:t>🎓 CRUCIAL LESSONS FOR MY </a:t>
            </a:r>
            <a:r>
              <a:rPr lang="en-GB"/>
              <a:t>SANITY</a:t>
            </a:r>
          </a:p>
          <a:p>
            <a:pPr>
              <a:defRPr sz="1800" i="1">
                <a:solidFill>
                  <a:srgbClr val="96A0B4"/>
                </a:solidFill>
                <a:latin typeface="Calibri" panose="020F0502020204030204"/>
              </a:defRPr>
            </a:pPr>
            <a:r>
              <a:t>What mobile development actually is vs what I thought it was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1. Mobile Layout is Strict: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Carriage returns, un-texted string nodes, and styling spacing can easily break transpilation. Standard tight JSX is mandatory.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2. Notch Cam Safety Areas: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Always wrapper components in SafeArea insets or you will get key buttons clipping under notch cutouts.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3. Build Compilers require LTS versions: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Don't compile with modern JDK 25 just because the number is high. Stick to exact platform-tested standards like JDK 17.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D4FF"/>
                </a:solidFill>
                <a:latin typeface="Calibri" panose="020F0502020204030204"/>
              </a:rPr>
              <a:t>▪ 4. Cache is the Ultimate Ghost: </a:t>
            </a:r>
            <a:r>
              <a:rPr sz="1600">
                <a:solidFill>
                  <a:srgbClr val="F0F0F0"/>
                </a:solidFill>
                <a:latin typeface="Calibri" panose="020F0502020204030204"/>
              </a:rPr>
              <a:t>If changing files has no effect on assets, stop editing and flush your temp directory cache first!</a:t>
            </a:r>
            <a:endParaRPr sz="1600">
              <a:solidFill>
                <a:srgbClr val="F0F0F0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10003</Words>
  <Application>WPS Presentation</Application>
  <PresentationFormat>On-screen Show (4:3)</PresentationFormat>
  <Paragraphs>109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Consolas</vt:lpstr>
      <vt:lpstr>Calibri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wwwze</cp:lastModifiedBy>
  <cp:revision>7</cp:revision>
  <dcterms:created xsi:type="dcterms:W3CDTF">2013-01-27T09:14:00Z</dcterms:created>
  <dcterms:modified xsi:type="dcterms:W3CDTF">2026-05-18T14:18:07Z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D9C6CB9574304645A8966FAE4500EB70_13</vt:lpwstr>
  </property>
  <property fmtid="{D5CDD505-2E9C-101B-9397-08002B2CF9AE}" pid="3" name="KSOProductBuildVer">
    <vt:lpwstr>1033-12.1.0.26372</vt:lpwstr>
  </property>
</Properties>
</file>